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706163d12d404e" /><Relationship Type="http://schemas.openxmlformats.org/officeDocument/2006/relationships/extended-properties" Target="/docProps/app.xml" Id="R2864cbe976314f31" /><Relationship Type="http://schemas.openxmlformats.org/officeDocument/2006/relationships/officeDocument" Target="/ppt/presentation.xml" Id="R40d2b6becaad45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15457fc1134979"/>
  </p:sldMasterIdLst>
  <p:notesMasterIdLst>
    <p:notesMasterId xmlns:r="http://schemas.openxmlformats.org/officeDocument/2006/relationships" r:id="Rd577aedd10cc48fb"/>
  </p:notesMasterIdLst>
  <p:sldIdLst>
    <p:sldId xmlns:r="http://schemas.openxmlformats.org/officeDocument/2006/relationships" id="256" r:id="R6938d87b210a4cc4"/>
    <p:sldId xmlns:r="http://schemas.openxmlformats.org/officeDocument/2006/relationships" id="257" r:id="R0a3d0859d179483b"/>
    <p:sldId xmlns:r="http://schemas.openxmlformats.org/officeDocument/2006/relationships" id="258" r:id="R85b3ed66ba3347ea"/>
    <p:sldId xmlns:r="http://schemas.openxmlformats.org/officeDocument/2006/relationships" id="259" r:id="Ra864708a92964b43"/>
    <p:sldId xmlns:r="http://schemas.openxmlformats.org/officeDocument/2006/relationships" id="260" r:id="R1baaa4de657844e2"/>
    <p:sldId xmlns:r="http://schemas.openxmlformats.org/officeDocument/2006/relationships" id="261" r:id="Rd074e7f0cabd46c7"/>
    <p:sldId xmlns:r="http://schemas.openxmlformats.org/officeDocument/2006/relationships" id="262" r:id="R6f5fd5627b8041fc"/>
    <p:sldId xmlns:r="http://schemas.openxmlformats.org/officeDocument/2006/relationships" id="263" r:id="R83131abfd7214acc"/>
    <p:sldId xmlns:r="http://schemas.openxmlformats.org/officeDocument/2006/relationships" id="264" r:id="R4947bf40056442ba"/>
    <p:sldId xmlns:r="http://schemas.openxmlformats.org/officeDocument/2006/relationships" id="265" r:id="R51e3c4acfa6249ba"/>
    <p:sldId xmlns:r="http://schemas.openxmlformats.org/officeDocument/2006/relationships" id="266" r:id="R5c016f63a40843f2"/>
    <p:sldId xmlns:r="http://schemas.openxmlformats.org/officeDocument/2006/relationships" id="267" r:id="R866837104eae4973"/>
    <p:sldId xmlns:r="http://schemas.openxmlformats.org/officeDocument/2006/relationships" id="268" r:id="Rb05a059ba0c948b9"/>
    <p:sldId xmlns:r="http://schemas.openxmlformats.org/officeDocument/2006/relationships" id="269" r:id="Rddde5b351c2b4a05"/>
    <p:sldId xmlns:r="http://schemas.openxmlformats.org/officeDocument/2006/relationships" id="270" r:id="R715b018245a14f02"/>
    <p:sldId xmlns:r="http://schemas.openxmlformats.org/officeDocument/2006/relationships" id="271" r:id="R657e241452954c59"/>
    <p:sldId xmlns:r="http://schemas.openxmlformats.org/officeDocument/2006/relationships" id="272" r:id="R7ba66d3782cb4a95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b7e03ed3344bf0" /><Relationship Type="http://schemas.openxmlformats.org/officeDocument/2006/relationships/slideMaster" Target="/ppt/slideMasters/slideMaster1.xml" Id="Rdd15457fc1134979" /><Relationship Type="http://schemas.openxmlformats.org/officeDocument/2006/relationships/notesMaster" Target="/ppt/notesMasters/notesMaster1.xml" Id="Rd577aedd10cc48fb" /><Relationship Type="http://schemas.openxmlformats.org/officeDocument/2006/relationships/presProps" Target="/ppt/presProps.xml" Id="R30d193168d1249ca" /><Relationship Type="http://schemas.openxmlformats.org/officeDocument/2006/relationships/viewProps" Target="/ppt/viewProps.xml" Id="Rbf9c5ef7447c4c21" /><Relationship Type="http://schemas.openxmlformats.org/officeDocument/2006/relationships/tableStyles" Target="/ppt/tableStyles.xml" Id="R189076de8b5a408c" /><Relationship Type="http://schemas.openxmlformats.org/officeDocument/2006/relationships/slide" Target="/ppt/slides/slide1.xml" Id="R6938d87b210a4cc4" /><Relationship Type="http://schemas.openxmlformats.org/officeDocument/2006/relationships/slide" Target="/ppt/slides/slide2.xml" Id="R0a3d0859d179483b" /><Relationship Type="http://schemas.openxmlformats.org/officeDocument/2006/relationships/slide" Target="/ppt/slides/slide3.xml" Id="R85b3ed66ba3347ea" /><Relationship Type="http://schemas.openxmlformats.org/officeDocument/2006/relationships/slide" Target="/ppt/slides/slide4.xml" Id="Ra864708a92964b43" /><Relationship Type="http://schemas.openxmlformats.org/officeDocument/2006/relationships/slide" Target="/ppt/slides/slide5.xml" Id="R1baaa4de657844e2" /><Relationship Type="http://schemas.openxmlformats.org/officeDocument/2006/relationships/slide" Target="/ppt/slides/slide6.xml" Id="Rd074e7f0cabd46c7" /><Relationship Type="http://schemas.openxmlformats.org/officeDocument/2006/relationships/slide" Target="/ppt/slides/slide7.xml" Id="R6f5fd5627b8041fc" /><Relationship Type="http://schemas.openxmlformats.org/officeDocument/2006/relationships/slide" Target="/ppt/slides/slide8.xml" Id="R83131abfd7214acc" /><Relationship Type="http://schemas.openxmlformats.org/officeDocument/2006/relationships/slide" Target="/ppt/slides/slide9.xml" Id="R4947bf40056442ba" /><Relationship Type="http://schemas.openxmlformats.org/officeDocument/2006/relationships/slide" Target="/ppt/slides/slide10.xml" Id="R51e3c4acfa6249ba" /><Relationship Type="http://schemas.openxmlformats.org/officeDocument/2006/relationships/slide" Target="/ppt/slides/slide11.xml" Id="R5c016f63a40843f2" /><Relationship Type="http://schemas.openxmlformats.org/officeDocument/2006/relationships/slide" Target="/ppt/slides/slide12.xml" Id="R866837104eae4973" /><Relationship Type="http://schemas.openxmlformats.org/officeDocument/2006/relationships/slide" Target="/ppt/slides/slide13.xml" Id="Rb05a059ba0c948b9" /><Relationship Type="http://schemas.openxmlformats.org/officeDocument/2006/relationships/slide" Target="/ppt/slides/slide14.xml" Id="Rddde5b351c2b4a05" /><Relationship Type="http://schemas.openxmlformats.org/officeDocument/2006/relationships/slide" Target="/ppt/slides/slide15.xml" Id="R715b018245a14f02" /><Relationship Type="http://schemas.openxmlformats.org/officeDocument/2006/relationships/slide" Target="/ppt/slides/slide16.xml" Id="R657e241452954c59" /><Relationship Type="http://schemas.openxmlformats.org/officeDocument/2006/relationships/slide" Target="/ppt/slides/slide17.xml" Id="R7ba66d3782cb4a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c8110fd6fa46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2ac44ac6e5476f" /><Relationship Type="http://schemas.openxmlformats.org/officeDocument/2006/relationships/notesMaster" Target="/ppt/notesMasters/notesMaster1.xml" Id="R3a1bc077787643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4b19127a25453d" /><Relationship Type="http://schemas.openxmlformats.org/officeDocument/2006/relationships/notesMaster" Target="/ppt/notesMasters/notesMaster1.xml" Id="R7252860b9f7e4c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1e230c0d9347f1" /><Relationship Type="http://schemas.openxmlformats.org/officeDocument/2006/relationships/notesMaster" Target="/ppt/notesMasters/notesMaster1.xml" Id="R076c0b8b93294a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5b80720cb64ec9" /><Relationship Type="http://schemas.openxmlformats.org/officeDocument/2006/relationships/notesMaster" Target="/ppt/notesMasters/notesMaster1.xml" Id="R141710d892824a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54bd5eb7b840ca" /><Relationship Type="http://schemas.openxmlformats.org/officeDocument/2006/relationships/notesMaster" Target="/ppt/notesMasters/notesMaster1.xml" Id="Rabc0f6eed30244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c7b2ff4fb844ac" /><Relationship Type="http://schemas.openxmlformats.org/officeDocument/2006/relationships/notesMaster" Target="/ppt/notesMasters/notesMaster1.xml" Id="Rf5cc1962f9ba46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c3b086479249be" /><Relationship Type="http://schemas.openxmlformats.org/officeDocument/2006/relationships/notesMaster" Target="/ppt/notesMasters/notesMaster1.xml" Id="R8e8867d5b13a48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3a9a0995734abf" /><Relationship Type="http://schemas.openxmlformats.org/officeDocument/2006/relationships/notesMaster" Target="/ppt/notesMasters/notesMaster1.xml" Id="R9c8f47708ecb41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2dfb45f7f54ad2" /><Relationship Type="http://schemas.openxmlformats.org/officeDocument/2006/relationships/notesMaster" Target="/ppt/notesMasters/notesMaster1.xml" Id="Rd0bda7ff74b44d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87c3fd95624ed5" /><Relationship Type="http://schemas.openxmlformats.org/officeDocument/2006/relationships/notesMaster" Target="/ppt/notesMasters/notesMaster1.xml" Id="R51bf38bf52ec4f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0cddd832ba4168" /><Relationship Type="http://schemas.openxmlformats.org/officeDocument/2006/relationships/notesMaster" Target="/ppt/notesMasters/notesMaster1.xml" Id="R402aed4937a747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91264f08204584" /><Relationship Type="http://schemas.openxmlformats.org/officeDocument/2006/relationships/notesMaster" Target="/ppt/notesMasters/notesMaster1.xml" Id="R3606167876c04a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5ee2d353fe4089" /><Relationship Type="http://schemas.openxmlformats.org/officeDocument/2006/relationships/notesMaster" Target="/ppt/notesMasters/notesMaster1.xml" Id="R4266f9b45d4c49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721542265649bf" /><Relationship Type="http://schemas.openxmlformats.org/officeDocument/2006/relationships/notesMaster" Target="/ppt/notesMasters/notesMaster1.xml" Id="R71ed2a853046442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a4ae91d56542b1" /><Relationship Type="http://schemas.openxmlformats.org/officeDocument/2006/relationships/notesMaster" Target="/ppt/notesMasters/notesMaster1.xml" Id="R7d5a9d88dbab424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37f5e6cafa410c" /><Relationship Type="http://schemas.openxmlformats.org/officeDocument/2006/relationships/notesMaster" Target="/ppt/notesMasters/notesMaster1.xml" Id="Rfdfb103404c544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8fd5e959fd4275" /><Relationship Type="http://schemas.openxmlformats.org/officeDocument/2006/relationships/notesMaster" Target="/ppt/notesMasters/notesMaster1.xml" Id="Rdaf470a7b70e44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856a9b1be4f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232ecf1e649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03994a9e047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cfc9731334d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60dbcbad448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0db47ab5749f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eb63a314447d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56a1f738149d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72e3abbd245f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d3b70e8e9b408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0527416bb482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5969B6-09E9-D4C0-EFC2-97B139C9462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A192054-9811-8B1B-4B41-50A28C8796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44EC64E-F8CA-678F-F3C7-0AEA2B7D56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A084F61-6BAC-4A0F-8C3A-CCDC1642A3CE}" type="datetimeFigureOut">
              <a:t>22-10-2026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10D8471-777F-72CC-2BD5-3053680BF0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C448F0-C999-388E-9B70-BC722495BA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EB11A65-97F0-4484-A7FF-FDF66490B6E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986FE0-2643-45C1-4EAB-204C81752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55D7C35-016B-7B8C-DEE8-C18B622425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A15363-46B5-1A66-85FD-B23603F85B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A084F61-6BAC-4A0F-8C3A-CCDC1642A3CE}" type="datetimeFigureOut">
              <a:t>22-10-2026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1A52DD-4927-0C04-A3EB-98E1DA4580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579B7B-4513-E451-1331-3E072E835C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EB11A65-97F0-4484-A7FF-FDF66490B6E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C6D91C-DCCD-48DD-BB41-1D156BBA5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FDC568-CEBA-E858-A34D-61147507FF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1BDFD9-00E3-E98A-0561-AB15AEBA91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A084F61-6BAC-4A0F-8C3A-CCDC1642A3CE}" type="datetimeFigureOut">
              <a:t>22-10-2026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51AD2C-6378-8AF9-689B-474CEB9D9C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628B57-0958-841C-C002-6743E18C46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EB11A65-97F0-4484-A7FF-FDF66490B6E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C082E4-D067-E7D1-1027-73048AE6AB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414AE4-3AD5-19D2-288A-EBE71B68196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F416A69-5A58-CD89-25A4-476F9E539BE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C75123E-F78B-0567-6B97-6BAAE9B8CC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A084F61-6BAC-4A0F-8C3A-CCDC1642A3CE}" type="datetimeFigureOut">
              <a:t>22-10-2026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5FB5031-1D8B-9233-611A-6B5C4F6792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B7C0004-9CA5-8A76-4D31-2A0A1C30C2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EB11A65-97F0-4484-A7FF-FDF66490B6E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5DE0BA-150E-9C2F-1CA2-871CF83EF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75A231D-54BE-DA45-B52B-AFE0640F85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5951B21-9399-01AD-F7BB-7487BD6A97D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0A427BA-7CA0-AA17-8A75-0420C78951E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61BBD6D-1859-F15E-61D5-57F817C72F8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A86E96A-488A-905B-9A59-31D7CBD031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A084F61-6BAC-4A0F-8C3A-CCDC1642A3CE}" type="datetimeFigureOut">
              <a:t>22-10-2026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9A1D859-B0D8-81E4-2949-7A7F658480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BEC37D9-1542-6A27-89D7-B64070C4F3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EB11A65-97F0-4484-A7FF-FDF66490B6E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F954BD-3E57-AAAA-6D89-EADEF4166E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FEC6791-A4AC-10C2-A505-A0E3985518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A084F61-6BAC-4A0F-8C3A-CCDC1642A3CE}" type="datetimeFigureOut">
              <a:t>22-10-2026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05C1AE6-6442-6E9C-B61E-337E06367A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63DF38B-3CDF-D017-4378-3A68823E6F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EB11A65-97F0-4484-A7FF-FDF66490B6E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226E03F-0B30-E909-6295-84494EF11D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A084F61-6BAC-4A0F-8C3A-CCDC1642A3CE}" type="datetimeFigureOut">
              <a:t>22-10-2026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E44624C-E90B-ECAD-2B85-DE977FEC38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CBDB1B3-1E76-36D3-3743-14D5054C43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EB11A65-97F0-4484-A7FF-FDF66490B6E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9E00E1-0B07-995F-5824-BDCB9CE0C5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84F7B4C-7DBF-3BFD-1390-17936B6018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51FD2FA-52A7-6776-22FB-6F9027DB90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E002D66-A60F-8E93-0218-FF67A77C2B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A084F61-6BAC-4A0F-8C3A-CCDC1642A3CE}" type="datetimeFigureOut">
              <a:t>22-10-2026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091F425-D67A-4D1E-E127-8C16302EAC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92F3088-B1AB-5BD5-B6D3-B7074265A9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EB11A65-97F0-4484-A7FF-FDF66490B6E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AD5348-C73C-5164-8EA4-9DD7C02995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77F70E2-4BA4-05EE-6B4B-75677165A6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20BAFFB-8913-67D3-2491-5F17AB8AA7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BE668F9-C049-AE76-3E74-319300C84B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A084F61-6BAC-4A0F-8C3A-CCDC1642A3CE}" type="datetimeFigureOut">
              <a:t>22-10-2026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ACBA8FB-FA63-73F1-84BE-532F54E0D5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17F2244-3738-DB28-E174-FD50AE32F9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EB11A65-97F0-4484-A7FF-FDF66490B6E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FD4AB6-202E-05FC-28C3-D67CAA9BBD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9D740A-BB5A-9077-1546-02F4FF702C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187C7B-5ECB-07B8-F6C8-ED0E4D9EE8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A084F61-6BAC-4A0F-8C3A-CCDC1642A3CE}" type="datetimeFigureOut">
              <a:t>22-10-2026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DC0ABF-FAF6-E5CF-8D81-07660B80E8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97B1F7-804B-C88D-7591-C98B26A0E4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EB11A65-97F0-4484-A7FF-FDF66490B6E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88B545C-F2F8-6482-974E-C3E137BA4B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7944C9-C853-65FC-0EE3-2B6562A361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89D710-4526-29E0-597B-AA2BC73E03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A084F61-6BAC-4A0F-8C3A-CCDC1642A3CE}" type="datetimeFigureOut">
              <a:t>22-10-2026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2E0656-AFD7-F1C3-00E2-E38E3943B0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AE810F-3583-BF09-5F77-94DC36DD12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EB11A65-97F0-4484-A7FF-FDF66490B6E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c5006a296e4919" /><Relationship Type="http://schemas.openxmlformats.org/officeDocument/2006/relationships/slideLayout" Target="/ppt/slideLayouts/slideLayout1.xml" Id="Rd0e8f35936324154" /><Relationship Type="http://schemas.openxmlformats.org/officeDocument/2006/relationships/slideLayout" Target="/ppt/slideLayouts/slideLayout2.xml" Id="Rd65172c45d8a453b" /><Relationship Type="http://schemas.openxmlformats.org/officeDocument/2006/relationships/slideLayout" Target="/ppt/slideLayouts/slideLayout3.xml" Id="Rc08ec2b8a3ba46a8" /><Relationship Type="http://schemas.openxmlformats.org/officeDocument/2006/relationships/slideLayout" Target="/ppt/slideLayouts/slideLayout4.xml" Id="R8b61c43bbd6744ce" /><Relationship Type="http://schemas.openxmlformats.org/officeDocument/2006/relationships/slideLayout" Target="/ppt/slideLayouts/slideLayout5.xml" Id="Rf2f8bfdae99b43cb" /><Relationship Type="http://schemas.openxmlformats.org/officeDocument/2006/relationships/slideLayout" Target="/ppt/slideLayouts/slideLayout6.xml" Id="R5cc11930b54a4bdc" /><Relationship Type="http://schemas.openxmlformats.org/officeDocument/2006/relationships/slideLayout" Target="/ppt/slideLayouts/slideLayout7.xml" Id="R4a09c9f405be4f5a" /><Relationship Type="http://schemas.openxmlformats.org/officeDocument/2006/relationships/slideLayout" Target="/ppt/slideLayouts/slideLayout8.xml" Id="R7437bba90dbd401b" /><Relationship Type="http://schemas.openxmlformats.org/officeDocument/2006/relationships/slideLayout" Target="/ppt/slideLayouts/slideLayout9.xml" Id="R1d3bc6f2c46a4581" /><Relationship Type="http://schemas.openxmlformats.org/officeDocument/2006/relationships/slideLayout" Target="/ppt/slideLayouts/slideLayout10.xml" Id="R96692879f87f4c99" /><Relationship Type="http://schemas.openxmlformats.org/officeDocument/2006/relationships/slideLayout" Target="/ppt/slideLayouts/slideLayout11.xml" Id="Re837d0ff365044a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6BE6F6D-DDA7-3DFA-E34E-3EF32796BA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955F88-E1EE-0425-152D-B43237329D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81A6A7-B043-BE59-35B2-139A772ECB7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A084F61-6BAC-4A0F-8C3A-CCDC1642A3CE}" type="datetimeFigureOut">
              <a:t>22-10-2026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2F4874-BF3B-6B74-140B-C1B4FAF92F0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28CDFB-4AFF-A53B-B0B9-E3309CFB8AF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6EB11A65-97F0-4484-A7FF-FDF66490B6E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e8f35936324154"/>
    <p:sldLayoutId xmlns:r="http://schemas.openxmlformats.org/officeDocument/2006/relationships" id="2147483650" r:id="Rd65172c45d8a453b"/>
    <p:sldLayoutId xmlns:r="http://schemas.openxmlformats.org/officeDocument/2006/relationships" id="2147483651" r:id="Rc08ec2b8a3ba46a8"/>
    <p:sldLayoutId xmlns:r="http://schemas.openxmlformats.org/officeDocument/2006/relationships" id="2147483652" r:id="R8b61c43bbd6744ce"/>
    <p:sldLayoutId xmlns:r="http://schemas.openxmlformats.org/officeDocument/2006/relationships" id="2147483653" r:id="Rf2f8bfdae99b43cb"/>
    <p:sldLayoutId xmlns:r="http://schemas.openxmlformats.org/officeDocument/2006/relationships" id="2147483654" r:id="R5cc11930b54a4bdc"/>
    <p:sldLayoutId xmlns:r="http://schemas.openxmlformats.org/officeDocument/2006/relationships" id="2147483655" r:id="R4a09c9f405be4f5a"/>
    <p:sldLayoutId xmlns:r="http://schemas.openxmlformats.org/officeDocument/2006/relationships" id="2147483656" r:id="R7437bba90dbd401b"/>
    <p:sldLayoutId xmlns:r="http://schemas.openxmlformats.org/officeDocument/2006/relationships" id="2147483657" r:id="R1d3bc6f2c46a4581"/>
    <p:sldLayoutId xmlns:r="http://schemas.openxmlformats.org/officeDocument/2006/relationships" id="2147483658" r:id="R96692879f87f4c99"/>
    <p:sldLayoutId xmlns:r="http://schemas.openxmlformats.org/officeDocument/2006/relationships" id="2147483659" r:id="Re837d0ff365044a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cd11ed49643b8" /><Relationship Type="http://schemas.openxmlformats.org/officeDocument/2006/relationships/image" Target="/ppt/media/image.png" Id="R79f47911fea942c1" /><Relationship Type="http://schemas.openxmlformats.org/officeDocument/2006/relationships/notesSlide" Target="/ppt/notesSlides/notesSlide1.xml" Id="Ra983caa515d849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0dcc70868948d5" /><Relationship Type="http://schemas.openxmlformats.org/officeDocument/2006/relationships/image" Target="/ppt/media/image2.png" Id="R735d6730b67b4262" /><Relationship Type="http://schemas.openxmlformats.org/officeDocument/2006/relationships/notesSlide" Target="/ppt/notesSlides/notesSlide2.xml" Id="R3c014c6b499a43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b2818268604794" /><Relationship Type="http://schemas.openxmlformats.org/officeDocument/2006/relationships/image" Target="/ppt/media/image3.png" Id="Ref07af3892d240c9" /><Relationship Type="http://schemas.openxmlformats.org/officeDocument/2006/relationships/notesSlide" Target="/ppt/notesSlides/notesSlide3.xml" Id="R92aa05c1c2e140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5efc4d81c74e21" /><Relationship Type="http://schemas.openxmlformats.org/officeDocument/2006/relationships/image" Target="/ppt/media/image4.png" Id="Ra4e4394acc414515" /><Relationship Type="http://schemas.openxmlformats.org/officeDocument/2006/relationships/notesSlide" Target="/ppt/notesSlides/notesSlide4.xml" Id="R8805ca2e997d40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bcf743990f4d5b" /><Relationship Type="http://schemas.openxmlformats.org/officeDocument/2006/relationships/image" Target="/ppt/media/image5.png" Id="R37e7bc233caf4c24" /><Relationship Type="http://schemas.openxmlformats.org/officeDocument/2006/relationships/notesSlide" Target="/ppt/notesSlides/notesSlide5.xml" Id="Rfc93bf973be548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aa4cafc279477b" /><Relationship Type="http://schemas.openxmlformats.org/officeDocument/2006/relationships/image" Target="/ppt/media/image6.png" Id="R5fbc1d0e5bbe4631" /><Relationship Type="http://schemas.openxmlformats.org/officeDocument/2006/relationships/notesSlide" Target="/ppt/notesSlides/notesSlide6.xml" Id="R75e978cd4ce44a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3a6745644749e5" /><Relationship Type="http://schemas.openxmlformats.org/officeDocument/2006/relationships/image" Target="/ppt/media/image7.png" Id="R9ac2bb6124544fa7" /><Relationship Type="http://schemas.openxmlformats.org/officeDocument/2006/relationships/notesSlide" Target="/ppt/notesSlides/notesSlide7.xml" Id="R03cd49a8c4784f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7ab22b55354910" /><Relationship Type="http://schemas.openxmlformats.org/officeDocument/2006/relationships/image" Target="/ppt/media/image8.png" Id="R57003caad7a74f7c" /><Relationship Type="http://schemas.openxmlformats.org/officeDocument/2006/relationships/notesSlide" Target="/ppt/notesSlides/notesSlide8.xml" Id="R9af36638f29049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0ae51d5a0745d6" /><Relationship Type="http://schemas.openxmlformats.org/officeDocument/2006/relationships/image" Target="/ppt/media/image9.png" Id="R8746272c77b44724" /><Relationship Type="http://schemas.openxmlformats.org/officeDocument/2006/relationships/notesSlide" Target="/ppt/notesSlides/notesSlide9.xml" Id="Ra3deed3de97e43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bf462e4be5416f" /><Relationship Type="http://schemas.openxmlformats.org/officeDocument/2006/relationships/image" Target="/ppt/media/image10.png" Id="R9d215ace099a4dee" /><Relationship Type="http://schemas.openxmlformats.org/officeDocument/2006/relationships/notesSlide" Target="/ppt/notesSlides/notesSlide10.xml" Id="R39d2e93bbb2540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06bec2f3cf4bd2" /><Relationship Type="http://schemas.openxmlformats.org/officeDocument/2006/relationships/image" Target="/ppt/media/image11.png" Id="R738fbfdd6c944814" /><Relationship Type="http://schemas.openxmlformats.org/officeDocument/2006/relationships/notesSlide" Target="/ppt/notesSlides/notesSlide11.xml" Id="R695d81c666f344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b9fd4cb5964b01" /><Relationship Type="http://schemas.openxmlformats.org/officeDocument/2006/relationships/image" Target="/ppt/media/image12.png" Id="R13918b55cd824b80" /><Relationship Type="http://schemas.openxmlformats.org/officeDocument/2006/relationships/notesSlide" Target="/ppt/notesSlides/notesSlide12.xml" Id="Rb44ab6c7f6ea4e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5485257185405d" /><Relationship Type="http://schemas.openxmlformats.org/officeDocument/2006/relationships/image" Target="/ppt/media/image13.png" Id="R7f11e033945a4882" /><Relationship Type="http://schemas.openxmlformats.org/officeDocument/2006/relationships/notesSlide" Target="/ppt/notesSlides/notesSlide13.xml" Id="Re3338f23d6704c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d29f404a8245a1" /><Relationship Type="http://schemas.openxmlformats.org/officeDocument/2006/relationships/image" Target="/ppt/media/image14.png" Id="R3d61e17fc84945f9" /><Relationship Type="http://schemas.openxmlformats.org/officeDocument/2006/relationships/notesSlide" Target="/ppt/notesSlides/notesSlide14.xml" Id="Rcb23691ede484b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6751e7d9d34467" /><Relationship Type="http://schemas.openxmlformats.org/officeDocument/2006/relationships/image" Target="/ppt/media/image15.png" Id="R9f6130d7b6d54216" /><Relationship Type="http://schemas.openxmlformats.org/officeDocument/2006/relationships/notesSlide" Target="/ppt/notesSlides/notesSlide15.xml" Id="Rcf88493bcea64e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9b7ce65f3e4d3c" /><Relationship Type="http://schemas.openxmlformats.org/officeDocument/2006/relationships/image" Target="/ppt/media/image16.png" Id="R1dabcd3a32cf4077" /><Relationship Type="http://schemas.openxmlformats.org/officeDocument/2006/relationships/notesSlide" Target="/ppt/notesSlides/notesSlide16.xml" Id="R041d5a3545c540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06b60a46544bd3" /><Relationship Type="http://schemas.openxmlformats.org/officeDocument/2006/relationships/image" Target="/ppt/media/image17.png" Id="R0eedf95e4fc04add" /><Relationship Type="http://schemas.openxmlformats.org/officeDocument/2006/relationships/notesSlide" Target="/ppt/notesSlides/notesSlide17.xml" Id="R57190a2611614b6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9658FB-AEE3-B935-6BC4-3DE4BBD18D9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804932D-D24C-676B-2196-06CDDDA8F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E54E617F-6D31-49C1-8CE2-03240C7969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47911fea942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2061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7DBEB8-3401-DFCF-D889-8C739EFDD9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B58AECDF-6413-4CF3-8961-1B6083AA4EB3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735d6730b67b42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4837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FAFECC-39E7-45B5-C66C-520F153415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223F9FBD-DC76-4E6B-9540-7EBFED4D1875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ef07af3892d240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402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F61B34D-7499-CAC5-39C4-E253DF4978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EAAE01C8-0229-4A54-91BB-92A8A5820A99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a4e4394acc4145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5423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E26B63-5153-F740-9D31-EACEF9788F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806A6129-3BBF-9582-EAB0-D81458922AD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D1753857-99F0-489B-8B03-E1534ABD26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7bc233caf4c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590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32D484-9442-0A33-7C47-5B8B69D90E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D1BF9FAE-5F7D-45C3-9971-87893B43DB3B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5fbc1d0e5bbe46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Right Brace 5">
            <a:extLst xmlns:a="http://schemas.openxmlformats.org/drawingml/2006/main">
              <a:ext uri="{FF2B5EF4-FFF2-40B4-BE49-F238E27FC236}">
                <a16:creationId xmlns:a16="http://schemas.microsoft.com/office/drawing/2014/main" id="{F4C619ED-7E9E-69D5-33D0-8E5889D5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97467"/>
            <a:ext cx="829733" cy="5164666"/>
          </a:xfrm>
          <a:prstGeom xmlns:a="http://schemas.openxmlformats.org/drawingml/2006/main" prst="rightBrac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B855259-CD5E-F6B4-B28D-3F09E855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44334"/>
            <a:ext cx="1676485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>
                <a:solidFill>
                  <a:schemeClr val="bg1"/>
                </a:solidFill>
              </a:rPr>
              <a:t>FARMER</a:t>
            </a:r>
            <a:endParaRPr sz="3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6550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5AFCB8-D428-FF8C-B62F-C9C259B96A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71A2BEA9-D51F-4B03-923F-8815B9194A7E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9ac2bb6124544f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4778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9A2EB52-17B9-3F58-5871-6779FEA4F3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D8FB0898-EB14-4514-B5AF-CBF205B3122D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57003caad7a74f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4461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8EC3AE-5D4C-5BC1-FB8B-30F47C14D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6D1C57D6-DC6F-4DB2-B2BA-A1CB6619EF95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8746272c77b447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63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D3BB99-C664-7E33-6FA8-60530433C9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FCA1947-06FD-48C2-76E6-9314F4162A3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7EFE866C-3F90-4102-AD3B-7DE5CA2E53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15ace099a4d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0582"/>
            <a:ext cx="12192000" cy="6847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49498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BEDCCF-FEEE-5720-9499-57837BD3B6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5CEEDE87-E364-49EB-9AAA-362C8D94700B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738fbfdd6c9448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"/>
            <a:ext cx="12192000" cy="68580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2720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B26BC5-D308-F878-7840-14DF1D2FB8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F97B5B9E-9F02-4B8B-A0B9-FF01A26B3FE1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13918b55cd824b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1" y="1"/>
            <a:ext cx="1216532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1842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1BE0C1-C72C-AE54-AF43-95301C6367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72AEA9AA-CF1C-44C6-B822-953FA1FB7EA5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7f11e033945a4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0582"/>
            <a:ext cx="12192000" cy="6847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122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6A5162-878C-3786-E5E3-5713A842BE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6AC8713-CB33-8D33-B096-EAC417DE79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16F0AE2F-773D-4FAA-8899-FC5A03F7B9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1e17fc84945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0857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933D62-17F6-13AA-EFDF-ED8B40F55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F52D2BDF-7943-4935-BF9E-0B7FE7B8677A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9f6130d7b6d54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6104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355798-A73D-A13B-A6E5-A2F36567D8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DB28CBA8-70EE-4AF3-922E-932C80EEE323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1dabcd3a32cf4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4925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4155DC-9CCD-441A-A57A-14738944C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9ADCA73-FD6F-4DAA-8ABA-7B9B02DDBF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df95e4fc04a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13172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2026-10-23T15:27:07.3510000Z</dcterms:created>
  <dcterms:modified xsi:type="dcterms:W3CDTF">2026-10-23T15:27:07.3510000Z</dcterms:modified>
</coreProperties>
</file>